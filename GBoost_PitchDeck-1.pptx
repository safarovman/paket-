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Taqdimotni boshlang: 'Salom, bu O'zbekistondagi geymerlar uchun bir inqilob.' Qisqa va ta'sirli kirish qiling.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Ushbu muammolar haqiqiy foydalanuvchilar tajribasiga asoslangan. Raqamlarni aytib bering: 70% firibgarlik.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slaydda GBoost nima qilishini tushuntirib bering. 4 ta xizmatning har biri muammoni to'g'ridan to'g'ri hal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C3FB5">
              <a:alpha val="20000"/>
            </a:srgbClr>
          </a:solidFill>
          <a:ln w="12700">
            <a:solidFill>
              <a:srgbClr val="6C3FB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365760"/>
            <a:ext cx="1371600" cy="1371600"/>
          </a:xfrm>
          <a:prstGeom prst="ellipse">
            <a:avLst/>
          </a:prstGeom>
          <a:solidFill>
            <a:srgbClr val="6C3FB5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566928"/>
            <a:ext cx="804672" cy="804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GBoost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O'zbekistonning Birinchi Xavfsiz Geyming Ekotizimi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43200" y="37490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6C3FB5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Reytingni Ko'tar. Xavfsiz O'yna. Ishonchli Klon.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GBoost Asoschisi | 2024-yil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Geymerlari Nimadan Aziyat Chekmoqda?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1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533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Firibgarliklari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70078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guruhlaridagi 'Boost' xizmatlarining 70%+ i firibgarlik — pul to'lanadi, xizmat ko'rsatilmaydi.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46888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420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Ko'tarishning Imkoni Yo'q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88950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Ishonchli booster topish imkonsiz, reyting tushib ketishi o'yinchini motivatsiyasizlantirib qo'yadi.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6576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1363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307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Saytlar Ishlamaydi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07822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FunPay, PlayerAuctions kabi global platformalar Uzcard/Humo kartalarini qabul qilmaydi va o'zbek tilini qo'llab-quvvatlamaydi.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GBoost — To'liq Xavfsiz Geyming Ekotizimi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184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Himoyasi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kunlik xavfsiz savdo tizimi — pul faqat ikki tomon kelishganda o'tkaziladi.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184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Asosiy O'yin Qo'llab-quvvatlash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MLBB, PUBG Mobile, Free Fire, CS2 — Solo va Duo Boosting xizmatlari.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1868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To'lovlar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0584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Uzcard, Humo, Click, Payme — O'zbek foydalanuvchilari uchun qulay to'lov usullari.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8346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161D38"/>
          </a:solidFill>
          <a:ln w="12700">
            <a:solidFill>
              <a:srgbClr val="1A22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186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Akkaunt Bozori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 akkaunt sotish, ijaraga olish va almashish platformasi.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Bozor Tahlili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va Markaziy Osiyo Geyming Bozori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1D38"/>
          </a:solidFill>
          <a:ln w="25400">
            <a:solidFill>
              <a:srgbClr val="6C3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3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bozor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geyming bozori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1D38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segment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mobile geymerlar bozori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61D38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Qo'lga kirish mumkin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va to'lovga tayyor auditoriya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4.5M+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geymerlari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4612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o'yinchilar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4617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2.1M+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MLBB/PUBG foydalanuvchilari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Mahsulot va Texnologiya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D38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Rejimi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va xizmat turini tanlash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narx kalkulyatori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profilini ko'rish (reyting, sharhlar)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yoki Duo Boosting buyurtma berish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Akkount ijarasi va bozordan sotib olish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orqali xavfsiz to'lov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D38"/>
          </a:solidFill>
          <a:ln w="25400">
            <a:solidFill>
              <a:srgbClr val="6C3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960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Ijrochi (Booster) Rejimi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buyurtmalar lentasini ko'rish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Ixtisoslik va o'yin turini belgilash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va reyting tizimi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statistikasi va chiqarish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xavfsiz chat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Akkaunt sotish va ijaraga qo'yish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Texnologiya: Flutter (iOS/Android) + Node.js backend + PostgreSQL + AI Karma Moduli + Telegram Mini App (birinchi bosqich)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Kunlik Xavfsiz Savdo Tizimi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— Xaridor va Sotuvchini Ikkalasini Ham Himoya Qiladi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61D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54480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554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25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Muzlatiladi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7556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to'laydi — pul GBoost tranzit hamyonida qulflangan holda saqlanadi.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61D38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54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325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Akkaunt Topshiriladi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17556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 akkaunt login/parolini xaridorga darhol beradi — hech qanday kutish yo'q.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30175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61D3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337560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3375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Kun Tekshiruv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05840" y="3538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Xaridor akkauntni sinab ko'radi, shikoyat bo'lmasa pul avtomatik sotuvchiga o'tadi.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30175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61D38"/>
          </a:solidFill>
          <a:ln w="12700">
            <a:solidFill>
              <a:srgbClr val="FF3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3337560"/>
            <a:ext cx="457200" cy="457200"/>
          </a:xfrm>
          <a:prstGeom prst="ellipse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3375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Chiqqanda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40680" y="35387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 bo'lsa — moderator aralashadi, kerak bo'lsa pul xaridorga qaytariladi.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434840" y="201168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4434840" y="379476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Jazo va Karma Reytingi Moduli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asosidagi xavfsizlik tizimi — Firibgarlik nolga tushadi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161D38"/>
          </a:solidFill>
          <a:ln w="25400">
            <a:solidFill>
              <a:srgbClr val="FF3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Ishlaydi?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Foydalanuvchi shikoyat beradi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AI tizimi xatti-harakatni tahlil qiladi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Moderator qarorni tasdiqlaydi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Karma bali kamaytiriladi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Mos jazo avtomatik qo'llaniladi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Bali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115568" cy="640080"/>
          </a:xfrm>
          <a:prstGeom prst="roundRect">
            <a:avLst>
              <a:gd name="adj" fmla="val 8571"/>
            </a:avLst>
          </a:prstGeom>
          <a:solidFill>
            <a:srgbClr val="00C853">
              <a:alpha val="6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(80-100)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19072" y="3931920"/>
            <a:ext cx="1115568" cy="640080"/>
          </a:xfrm>
          <a:prstGeom prst="roundRect">
            <a:avLst>
              <a:gd name="adj" fmla="val 8571"/>
            </a:avLst>
          </a:prstGeom>
          <a:solidFill>
            <a:srgbClr val="FFD600">
              <a:alpha val="6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393192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(40-79)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80944" y="3931920"/>
            <a:ext cx="1115568" cy="640080"/>
          </a:xfrm>
          <a:prstGeom prst="roundRect">
            <a:avLst>
              <a:gd name="adj" fmla="val 8571"/>
            </a:avLst>
          </a:prstGeom>
          <a:solidFill>
            <a:srgbClr val="FF3D3D">
              <a:alpha val="60000"/>
            </a:srgbClr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393192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(0-39)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161D38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4475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Ogohlantiruv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57800" y="1618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qoidabuzarlik — xabar yuboriladi, karma -5.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237744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161D38"/>
          </a:solidFill>
          <a:ln w="2540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7919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Ban (vaqtincha)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5780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Takroriy buzarlik — 7-30 kunlik bloklash, karma -20.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0" y="361188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161D38"/>
          </a:solidFill>
          <a:ln w="25400">
            <a:solidFill>
              <a:srgbClr val="FF3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91363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5780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Ban (umrbod)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257800" y="4087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Jiddiy firibgarlik — akkaunt va pul doimiy muzlatiladi.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Raqobat Tahlili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nima uchun yaxshiroqmiz?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74904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Mezon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</a:rPr>
                        <a:t>GBoost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Telegram Guruhlar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0A4AE"/>
                          </a:solidFill>
                        </a:rPr>
                        <a:t>FunPay / PlayerAuctions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To'lov usullari (Uzcard/Humo)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To'liq qo'llab-quvvatlash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⚠️ Faqat shaxsiy transfer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❌ Yo'q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Escrow Xavfsizlik Tizimi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3 kunlik Escrow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❌ Yo'q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⚠️ Cheklangan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O'zbek tili interfeysi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To'liq O'zbek tili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⚠️ Guruh chati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❌ Yo'q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Tranzaksiya tezligi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Avtomatik, bir zumda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⚠️ Sekin, qo'lda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⚠️ 3-7 kun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Karma / Jazo tizimi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AI Karma moduli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❌ Yo'q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⚠️ Cheklangan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AF6"/>
                          </a:solidFill>
                        </a:rPr>
                        <a:t>CS2/Steam 2FA muammosi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C853"/>
                          </a:solidFill>
                        </a:rPr>
                        <a:t>✅ Duo Boosting yechimi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D600"/>
                          </a:solidFill>
                        </a:rPr>
                        <a:t>❌ Hal qilinmagan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0A4AE"/>
                          </a:solidFill>
                        </a:rPr>
                        <a:t>❌ Hal qilinmagan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Biznes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daromad oqimi — barqaror va kengaytiriladigan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Komissiya (Asosiy)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tranzaksiyadan 12-15%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Boosting, akkaunt sotish, ijaradan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ushlab qolinadi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ulushi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Obuna (Premium)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 uchun $5-15/oy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ko'rinish, prioritet listing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Tasdiqlanganlik belgisi (⭐)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4612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24612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ulushi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6C3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258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Reklama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ichidagi bannerlar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Geyming brendlari uchun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Turnir va hodisa e'lonlari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1792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217920" y="4645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ulushi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C3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va Foydalanuvchi Jalb Qilish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o'sish + Jamoatchilik strategiyasi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61D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441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07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Strimerlar bilan hamkorlik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Twitch/YouTube/TikTok geymerlari bilan affiliate shartnomalar. Har bir jalb qilingan foydalanuvchi uchun 10% komissiya.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50+ strime hamkor (1-yil)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61D38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441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307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Turnirlar va esport homiylik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060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MLBB, PUBG, CS2 mahalliy turnirlari. GBoost brendi orqali organik auditoriya jalb qilish.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0060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20+ turnir (1-yil)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30632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61D38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729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136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va Discord jamoalari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11480" y="3611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500K+ a'zoli O'zbek geyming guruhlari. Bepul demo xizmat orqali ishonch qozonish.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1148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10,000 boshlang'ich foydalanuvchi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161D38"/>
          </a:solidFill>
          <a:ln w="12700">
            <a:solidFill>
              <a:srgbClr val="FF3D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7296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3136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 va Influencer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00600" y="3611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Telegram kanallar. O'zbek geyming influencerlari bilan to'liq media hamkorlik.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80060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50,000+ kuzatuvchi (6 oy)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8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Moliyaviy Reja va Yo'l Xaritasi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017520" y="2103120"/>
            <a:ext cx="22860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OY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Solo/Duo Boosting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tizimi ishga tushirish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beta foydalanuvchi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oylik daromad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2103120"/>
            <a:ext cx="22860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6C3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 OY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 (iOS/Android)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platforma ishga tushirish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Akkaunt Bozori qo'shiladi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moduli faollashadi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411480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6C3FB5">
              <a:alpha val="70000"/>
            </a:srgbClr>
          </a:solidFill>
          <a:ln w="12700">
            <a:solidFill>
              <a:srgbClr val="6C3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oylik daromad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161D38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Kengayishi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574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Qozog'iston, Qirg'iziston bozori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reklamalar va VIP obuna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 ligalari homiylik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114800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FFD600">
              <a:alpha val="7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 oylik daromad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oydan keyin maqsad: 10,000+ faol foydalanuvchi | $600K+ yillik aylanma | Markaziy Osiyodagi yetakchi geyming platformasi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3FB5">
              <a:alpha val="15000"/>
            </a:srgbClr>
          </a:solidFill>
          <a:ln w="12700">
            <a:solidFill>
              <a:srgbClr val="6C3FB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Investitsiya Taklifi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61D38"/>
          </a:solidFill>
          <a:ln w="254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So'ralayotgan Investitsiya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$75,000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Urug' bosqichi (Seed Round)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Mablag' Taqsimoti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2057400" cy="384048"/>
          </a:xfrm>
          <a:prstGeom prst="roundRect">
            <a:avLst>
              <a:gd name="adj" fmla="val 11905"/>
            </a:avLst>
          </a:prstGeom>
          <a:solidFill>
            <a:srgbClr val="00E5FF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va Mahsulot — 50% ($37,500)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745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6C3FB5">
              <a:alpha val="70000"/>
            </a:srgbClr>
          </a:solidFill>
          <a:ln w="12700">
            <a:solidFill>
              <a:srgbClr val="6C3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874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Jalb Qilish — 30% ($22,500)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7744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0C853">
              <a:alpha val="7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377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Xarajatlar — 20% ($15,000)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Investitsiya qaytishi (ROI):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— 18 oyda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Aktsiya ulushi taklifi: 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(muzokaraga ochiq)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1A2245"/>
          </a:solidFill>
          <a:ln w="12700">
            <a:solidFill>
              <a:srgbClr val="1A22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raund: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A: $500K (24 oy)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6C3FB5">
              <a:alpha val="80000"/>
            </a:srgbClr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233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Bog'lanish uchun:  </a:t>
            </a:r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gboost.uz@gmail.com</a:t>
            </a:r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Telegram: @gboost_uz   |   </a:t>
            </a:r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gboost.uz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Hamkorlikka tayyormiz. Keling, O'zbekiston geyming bozorini birga o'zgartiraylik!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GBoost - Geyming Startap Taqdimoti</dc:title>
  <dc:subject>PptxGenJS Presentation</dc:subject>
  <dc:creator>GBoost Jamoasi</dc:creator>
  <cp:lastModifiedBy>GBoost Jamoasi</cp:lastModifiedBy>
  <cp:revision>1</cp:revision>
  <dcterms:created xsi:type="dcterms:W3CDTF">2026-06-12T18:41:03Z</dcterms:created>
  <dcterms:modified xsi:type="dcterms:W3CDTF">2026-06-12T18:41:03Z</dcterms:modified>
</cp:coreProperties>
</file>